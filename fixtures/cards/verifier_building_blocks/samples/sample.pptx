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 idx="1"/>
          </p:nvPr>
        </p:nvSpPr>
        <p:spPr/>
        <p:txBody>
          <a:bodyPr/>
          <a:p>
            <a:r>
              <a:t>a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0" y="0"/>
          <a:ext cx="0" cy="0"/>
        </p:xfrm>
        <a:graphic>
          <a:graphicData uri="http://schemas.openxmlformats.org/drawingml/2006/table">
            <a:tbl>
              <a:tblGrid>
                <a:gridCol w="1"/>
                <a:gridCol w="1"/>
              </a:tblGrid>
              <a:tr h="1">
                <a:tc>
                  <a:txBody>
                    <a:bodyPr/>
                    <a:p>
                      <a:r>
                        <a:t>x</a:t>
                      </a:r>
                    </a:p>
                  </a:txBody>
                </a:tc>
                <a:tc>
                  <a:txBody>
                    <a:bodyPr/>
                    <a:p/>
                  </a:txBody>
                </a:tc>
              </a:tr>
            </a:tbl>
          </a:graphicData>
        </a:graphic>
      </p:graphicFrame>
    </p:spTree>
  </p:cSld>
</p:sld>
</file>